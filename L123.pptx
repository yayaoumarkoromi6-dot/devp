
<file path=[Content_Types].xml><?xml version="1.0" encoding="utf-8"?>
<Types xmlns="http://schemas.openxmlformats.org/package/2006/content-types">
  <Default Extension="xml" ContentType="application/xml"/>
  <Default Extension="gif" ContentType="image/gif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35073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03429019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622046523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704929848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844591306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02129283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923834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6476641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061600578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971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30898314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457190175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59652F-82E9-1451-E7C7-71B1F287858C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6952824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0813277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384066618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B8C21A-7850-52E3-FD46-6B75271B7328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368663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7267854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520251194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BD3A2C-7D32-3949-9AB8-3EA63E5415B1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348747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19176772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530827766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28704-E407-0E8A-B243-2B974E458541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184635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1428759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2048198244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2B55A8-5E86-F233-FAC7-25B312B6404C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677854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7595290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729997236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D083AD-458D-554F-1AAA-A5851DEF2EA2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1488937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6295491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871077770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898870-A24E-C351-EC0C-29A2A35ABA14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657833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1963762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2103504754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256138-CFF4-5EA9-0B5C-6DC508D50086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8851228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0123763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024930969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61C318-8C73-C4E4-8845-29AFB4C15DB1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481942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4066942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884137259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828C67-72A6-1D59-265F-3370460AAFEF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016385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2210868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715587752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3E7490-9DFD-9ED8-2D8B-15B66000CCF9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490204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42499615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709737549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AE9DC3-7335-3C6E-902A-19DCD408E4DD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407221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0088076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269779359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69AEA1-ACF2-1232-A6F3-4466F0DED6A4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659014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85527684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1413572112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AF332D-4C66-413E-DE4F-7083DEA6D7E6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862924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6941254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2008472539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7B114D-40E6-E575-C9A8-D4AC3F10D1ED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892738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80521312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96008786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  <p:sp>
        <p:nvSpPr>
          <p:cNvPr id="38265708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816828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52372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778706829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5938948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  <p:sp>
        <p:nvSpPr>
          <p:cNvPr id="64418139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39788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597352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73702912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431097030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  <p:sp>
        <p:nvSpPr>
          <p:cNvPr id="35178875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3824264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01427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21662864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957363079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892296031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  <p:sp>
        <p:nvSpPr>
          <p:cNvPr id="949208223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01760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384862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616435155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6706660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08680562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553949799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301744009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  <p:sp>
        <p:nvSpPr>
          <p:cNvPr id="1385308413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2274751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03050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787490584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  <p:sp>
        <p:nvSpPr>
          <p:cNvPr id="1460042178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718657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24443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  <p:sp>
        <p:nvSpPr>
          <p:cNvPr id="1863895704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356763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185869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606772649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031667342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72671176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  <p:sp>
        <p:nvSpPr>
          <p:cNvPr id="715207228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533271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70551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420261913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1101320468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895876642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  <p:sp>
        <p:nvSpPr>
          <p:cNvPr id="317202918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384452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55236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499197599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94755310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  <p:sp>
        <p:nvSpPr>
          <p:cNvPr id="134640616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950394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563049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942110866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107418988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  <p:sp>
        <p:nvSpPr>
          <p:cNvPr id="43103753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48469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32298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168134850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2011672619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26/04/2026</a:t>
            </a:r>
            <a:endParaRPr/>
          </a:p>
        </p:txBody>
      </p:sp>
      <p:sp>
        <p:nvSpPr>
          <p:cNvPr id="624947969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823265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1" ftr="0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gif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7286" name=""/>
          <p:cNvSpPr/>
          <p:nvPr/>
        </p:nvSpPr>
        <p:spPr bwMode="auto">
          <a:xfrm rot="0" flipH="0" flipV="0">
            <a:off x="2565" y="-25065"/>
            <a:ext cx="12181973" cy="42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03177283" name=""/>
          <p:cNvSpPr/>
          <p:nvPr/>
        </p:nvSpPr>
        <p:spPr bwMode="auto">
          <a:xfrm rot="0" flipH="0" flipV="0">
            <a:off x="2565" y="6393782"/>
            <a:ext cx="12181972" cy="4261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39556258" name=""/>
          <p:cNvSpPr/>
          <p:nvPr/>
        </p:nvSpPr>
        <p:spPr bwMode="auto">
          <a:xfrm rot="0" flipH="0" flipV="0">
            <a:off x="228157" y="1695570"/>
            <a:ext cx="11530262" cy="112796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03663584" name=""/>
          <p:cNvSpPr txBox="1"/>
          <p:nvPr/>
        </p:nvSpPr>
        <p:spPr bwMode="auto">
          <a:xfrm rot="0" flipH="0" flipV="0">
            <a:off x="631297" y="2000291"/>
            <a:ext cx="1123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Thème : Installation et configuration d’une imprimante en réseau</a:t>
            </a:r>
            <a:endParaRPr sz="7200" i="0">
              <a:solidFill>
                <a:schemeClr val="bg1"/>
              </a:solidFill>
            </a:endParaRPr>
          </a:p>
        </p:txBody>
      </p:sp>
      <p:sp>
        <p:nvSpPr>
          <p:cNvPr id="769257217" name=""/>
          <p:cNvSpPr txBox="1"/>
          <p:nvPr/>
        </p:nvSpPr>
        <p:spPr bwMode="auto">
          <a:xfrm rot="0" flipH="0" flipV="0">
            <a:off x="1656907" y="2888222"/>
            <a:ext cx="8129235" cy="3505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Introduction</a:t>
            </a:r>
            <a:endParaRPr sz="72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Matériel nécessaire</a:t>
            </a:r>
            <a:endParaRPr sz="72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Types d’imprimantes en réseau</a:t>
            </a:r>
            <a:endParaRPr sz="72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Étapes d’installation</a:t>
            </a:r>
            <a:endParaRPr sz="72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Avantages</a:t>
            </a:r>
            <a:endParaRPr sz="72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Inconvénients</a:t>
            </a:r>
            <a:endParaRPr sz="72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7. Sécurité</a:t>
            </a:r>
            <a:endParaRPr sz="7200"/>
          </a:p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Conclusion</a:t>
            </a:r>
            <a:endParaRPr sz="7200"/>
          </a:p>
        </p:txBody>
      </p:sp>
      <p:pic>
        <p:nvPicPr>
          <p:cNvPr id="7732934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65" y="451184"/>
            <a:ext cx="7004109" cy="952499"/>
          </a:xfrm>
          <a:prstGeom prst="rect">
            <a:avLst/>
          </a:prstGeom>
        </p:spPr>
      </p:pic>
      <p:sp>
        <p:nvSpPr>
          <p:cNvPr id="75599544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FD03871-2B3B-7F52-98C8-4E780FEDA4CF}" type="slidenum">
              <a:rPr lang="fr-FR"/>
              <a:t/>
            </a:fld>
            <a:endParaRPr/>
          </a:p>
        </p:txBody>
      </p:sp>
      <p:sp>
        <p:nvSpPr>
          <p:cNvPr id="142476101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split orient="vert" dir="in"/>
      </p:transition>
    </mc:Choice>
    <mc:Fallback>
      <p:transition spd="fast" advClick="1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29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73293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73293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732934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7329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55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39556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39556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395562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3955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25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69257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69257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692572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76925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537015" name=""/>
          <p:cNvSpPr/>
          <p:nvPr/>
        </p:nvSpPr>
        <p:spPr bwMode="auto">
          <a:xfrm rot="0" flipH="0" flipV="0">
            <a:off x="2565" y="-25065"/>
            <a:ext cx="12181973" cy="42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44909501" name=""/>
          <p:cNvSpPr txBox="1"/>
          <p:nvPr/>
        </p:nvSpPr>
        <p:spPr bwMode="auto">
          <a:xfrm rot="0" flipH="0" flipV="0">
            <a:off x="706494" y="1131590"/>
            <a:ext cx="1123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Thème : Installation et configuration d’une imprimante en réseau</a:t>
            </a:r>
            <a:endParaRPr sz="7200" i="0">
              <a:solidFill>
                <a:schemeClr val="bg1"/>
              </a:solidFill>
            </a:endParaRPr>
          </a:p>
        </p:txBody>
      </p:sp>
      <p:sp>
        <p:nvSpPr>
          <p:cNvPr id="158219764" name=""/>
          <p:cNvSpPr/>
          <p:nvPr/>
        </p:nvSpPr>
        <p:spPr bwMode="auto">
          <a:xfrm rot="0" flipH="0" flipV="0">
            <a:off x="2258486" y="1131590"/>
            <a:ext cx="6817894" cy="9775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41292687" name=""/>
          <p:cNvSpPr txBox="1"/>
          <p:nvPr/>
        </p:nvSpPr>
        <p:spPr bwMode="auto">
          <a:xfrm rot="0" flipH="0" flipV="0">
            <a:off x="4188552" y="1300153"/>
            <a:ext cx="4163801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Introduction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1239505366" name=""/>
          <p:cNvSpPr txBox="1"/>
          <p:nvPr/>
        </p:nvSpPr>
        <p:spPr bwMode="auto">
          <a:xfrm rot="0" flipH="0" flipV="0">
            <a:off x="228157" y="2456447"/>
            <a:ext cx="11882624" cy="3749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Une imprimante en réseau permet à plusieurs utilisateurs de partager une seule imprimante via un réseau local (LAN).</a:t>
            </a:r>
            <a:b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Cela évite d’acheter plusieurs imprimantes et facilite la gestion.</a:t>
            </a:r>
            <a:endParaRPr sz="9000"/>
          </a:p>
        </p:txBody>
      </p:sp>
      <p:sp>
        <p:nvSpPr>
          <p:cNvPr id="38863751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EAB08AF-2BF5-BC1F-60BD-691506C310B8}" type="slidenum">
              <a:rPr lang="fr-FR"/>
              <a:t/>
            </a:fld>
            <a:endParaRPr/>
          </a:p>
        </p:txBody>
      </p:sp>
      <p:sp>
        <p:nvSpPr>
          <p:cNvPr id="164664619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1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8219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8219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82197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821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50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39505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39505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395053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123950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346453" name=""/>
          <p:cNvSpPr/>
          <p:nvPr/>
        </p:nvSpPr>
        <p:spPr bwMode="auto">
          <a:xfrm rot="0" flipH="0" flipV="0">
            <a:off x="2565" y="-25065"/>
            <a:ext cx="12181973" cy="42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4200402" name=""/>
          <p:cNvSpPr txBox="1"/>
          <p:nvPr/>
        </p:nvSpPr>
        <p:spPr bwMode="auto">
          <a:xfrm rot="0" flipH="0" flipV="0">
            <a:off x="706494" y="1131590"/>
            <a:ext cx="1123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Thème : Installation et configuration d’une imprimante en réseau</a:t>
            </a:r>
            <a:endParaRPr sz="7200" i="0">
              <a:solidFill>
                <a:schemeClr val="bg1"/>
              </a:solidFill>
            </a:endParaRPr>
          </a:p>
        </p:txBody>
      </p:sp>
      <p:sp>
        <p:nvSpPr>
          <p:cNvPr id="1720303807" name=""/>
          <p:cNvSpPr txBox="1"/>
          <p:nvPr/>
        </p:nvSpPr>
        <p:spPr bwMode="auto">
          <a:xfrm rot="0" flipH="0" flipV="0">
            <a:off x="4188552" y="1300153"/>
            <a:ext cx="4163801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Introduction</a:t>
            </a:r>
            <a:endParaRPr sz="3600">
              <a:solidFill>
                <a:schemeClr val="bg1"/>
              </a:solidFill>
            </a:endParaRPr>
          </a:p>
        </p:txBody>
      </p:sp>
      <p:pic>
        <p:nvPicPr>
          <p:cNvPr id="93019550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82481" y="688323"/>
            <a:ext cx="9071728" cy="5681878"/>
          </a:xfrm>
          <a:prstGeom prst="rect">
            <a:avLst/>
          </a:prstGeom>
        </p:spPr>
      </p:pic>
      <p:sp>
        <p:nvSpPr>
          <p:cNvPr id="94181266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C599BEC-B0F8-2B66-FEB5-B7049D500856}" type="slidenum">
              <a:rPr lang="fr-FR"/>
              <a:t/>
            </a:fld>
            <a:endParaRPr/>
          </a:p>
        </p:txBody>
      </p:sp>
      <p:sp>
        <p:nvSpPr>
          <p:cNvPr id="213530761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195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30195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30195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301955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930195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289105" name=""/>
          <p:cNvSpPr/>
          <p:nvPr/>
        </p:nvSpPr>
        <p:spPr bwMode="auto">
          <a:xfrm rot="0" flipH="0" flipV="0">
            <a:off x="2565" y="-25065"/>
            <a:ext cx="12181973" cy="42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3607705" name=""/>
          <p:cNvSpPr txBox="1"/>
          <p:nvPr/>
        </p:nvSpPr>
        <p:spPr bwMode="auto">
          <a:xfrm rot="0" flipH="0" flipV="0">
            <a:off x="706494" y="1131590"/>
            <a:ext cx="1123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Thème : Installation et configuration d’une imprimante en réseau</a:t>
            </a:r>
            <a:endParaRPr sz="7200" i="0">
              <a:solidFill>
                <a:schemeClr val="bg1"/>
              </a:solidFill>
            </a:endParaRPr>
          </a:p>
        </p:txBody>
      </p:sp>
      <p:sp>
        <p:nvSpPr>
          <p:cNvPr id="63086794" name=""/>
          <p:cNvSpPr txBox="1"/>
          <p:nvPr/>
        </p:nvSpPr>
        <p:spPr bwMode="auto">
          <a:xfrm rot="0" flipH="0" flipV="0">
            <a:off x="4188552" y="1300153"/>
            <a:ext cx="4163801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Introduction</a:t>
            </a:r>
            <a:endParaRPr sz="3600">
              <a:solidFill>
                <a:schemeClr val="bg1"/>
              </a:solidFill>
            </a:endParaRPr>
          </a:p>
        </p:txBody>
      </p:sp>
      <p:pic>
        <p:nvPicPr>
          <p:cNvPr id="87540261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057960" y="401052"/>
            <a:ext cx="7444539" cy="6095999"/>
          </a:xfrm>
          <a:prstGeom prst="rect">
            <a:avLst/>
          </a:prstGeom>
        </p:spPr>
      </p:pic>
      <p:sp>
        <p:nvSpPr>
          <p:cNvPr id="51878624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30F29FE-1812-6B35-CABA-12741B8B4BA1}" type="slidenum">
              <a:rPr lang="fr-FR"/>
              <a:t/>
            </a:fld>
            <a:endParaRPr/>
          </a:p>
        </p:txBody>
      </p:sp>
      <p:sp>
        <p:nvSpPr>
          <p:cNvPr id="126132227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40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75402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75402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754026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87540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473799" name=""/>
          <p:cNvSpPr/>
          <p:nvPr/>
        </p:nvSpPr>
        <p:spPr bwMode="auto">
          <a:xfrm rot="0" flipH="0" flipV="0">
            <a:off x="2565" y="-25065"/>
            <a:ext cx="12181973" cy="42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032837" name=""/>
          <p:cNvSpPr txBox="1"/>
          <p:nvPr/>
        </p:nvSpPr>
        <p:spPr bwMode="auto">
          <a:xfrm rot="0" flipH="0" flipV="0">
            <a:off x="706494" y="1131590"/>
            <a:ext cx="1123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Thème : Installation et configuration d’une imprimante en réseau</a:t>
            </a:r>
            <a:endParaRPr sz="7200" i="0">
              <a:solidFill>
                <a:schemeClr val="bg1"/>
              </a:solidFill>
            </a:endParaRPr>
          </a:p>
        </p:txBody>
      </p:sp>
      <p:sp>
        <p:nvSpPr>
          <p:cNvPr id="1684050150" name=""/>
          <p:cNvSpPr txBox="1"/>
          <p:nvPr/>
        </p:nvSpPr>
        <p:spPr bwMode="auto">
          <a:xfrm rot="0" flipH="0" flipV="0">
            <a:off x="4188552" y="1300153"/>
            <a:ext cx="4163801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Introduction</a:t>
            </a:r>
            <a:endParaRPr sz="3600">
              <a:solidFill>
                <a:schemeClr val="bg1"/>
              </a:solidFill>
            </a:endParaRPr>
          </a:p>
        </p:txBody>
      </p:sp>
      <p:pic>
        <p:nvPicPr>
          <p:cNvPr id="139291249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8157" y="401052"/>
            <a:ext cx="11204407" cy="6413664"/>
          </a:xfrm>
          <a:prstGeom prst="rect">
            <a:avLst/>
          </a:prstGeom>
        </p:spPr>
      </p:pic>
      <p:sp>
        <p:nvSpPr>
          <p:cNvPr id="332678168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8C90B1-B111-7C13-5FB5-F852F42AC17D}" type="slidenum">
              <a:rPr lang="fr-FR"/>
              <a:t/>
            </a:fld>
            <a:endParaRPr/>
          </a:p>
        </p:txBody>
      </p:sp>
      <p:sp>
        <p:nvSpPr>
          <p:cNvPr id="51660515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91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92912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92912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929124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1392912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915862" name=""/>
          <p:cNvSpPr/>
          <p:nvPr/>
        </p:nvSpPr>
        <p:spPr bwMode="auto">
          <a:xfrm rot="0" flipH="0" flipV="0">
            <a:off x="2565" y="-25065"/>
            <a:ext cx="12181973" cy="42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9401447" name=""/>
          <p:cNvSpPr txBox="1"/>
          <p:nvPr/>
        </p:nvSpPr>
        <p:spPr bwMode="auto">
          <a:xfrm rot="0" flipH="0" flipV="0">
            <a:off x="706494" y="1131590"/>
            <a:ext cx="1123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Thème : Installation et configuration d’une imprimante en réseau</a:t>
            </a:r>
            <a:endParaRPr sz="7200" i="0">
              <a:solidFill>
                <a:schemeClr val="bg1"/>
              </a:solidFill>
            </a:endParaRPr>
          </a:p>
        </p:txBody>
      </p:sp>
      <p:sp>
        <p:nvSpPr>
          <p:cNvPr id="311224612" name=""/>
          <p:cNvSpPr txBox="1"/>
          <p:nvPr/>
        </p:nvSpPr>
        <p:spPr bwMode="auto">
          <a:xfrm rot="0" flipH="0" flipV="0">
            <a:off x="4188552" y="1300153"/>
            <a:ext cx="4163801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Introduction</a:t>
            </a:r>
            <a:endParaRPr sz="3600">
              <a:solidFill>
                <a:schemeClr val="bg1"/>
              </a:solidFill>
            </a:endParaRPr>
          </a:p>
        </p:txBody>
      </p:sp>
      <p:pic>
        <p:nvPicPr>
          <p:cNvPr id="206581645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28157" y="540919"/>
            <a:ext cx="11655591" cy="6176711"/>
          </a:xfrm>
          <a:prstGeom prst="rect">
            <a:avLst/>
          </a:prstGeom>
        </p:spPr>
      </p:pic>
      <p:sp>
        <p:nvSpPr>
          <p:cNvPr id="139072484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46217A8-C775-637E-B907-7BB93C9C21FF}" type="slidenum">
              <a:rPr lang="fr-FR"/>
              <a:t/>
            </a:fld>
            <a:endParaRPr/>
          </a:p>
        </p:txBody>
      </p:sp>
      <p:sp>
        <p:nvSpPr>
          <p:cNvPr id="205292204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81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65816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65816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658164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206581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980815" name=""/>
          <p:cNvSpPr/>
          <p:nvPr/>
        </p:nvSpPr>
        <p:spPr bwMode="auto">
          <a:xfrm rot="0" flipH="0" flipV="0">
            <a:off x="2565" y="-25065"/>
            <a:ext cx="12181973" cy="42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1757152" name=""/>
          <p:cNvSpPr txBox="1"/>
          <p:nvPr/>
        </p:nvSpPr>
        <p:spPr bwMode="auto">
          <a:xfrm rot="0" flipH="0" flipV="0">
            <a:off x="706494" y="1131590"/>
            <a:ext cx="1123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Thème : Installation et configuration d’une imprimante en réseau</a:t>
            </a:r>
            <a:endParaRPr sz="7200" i="0">
              <a:solidFill>
                <a:schemeClr val="bg1"/>
              </a:solidFill>
            </a:endParaRPr>
          </a:p>
        </p:txBody>
      </p:sp>
      <p:sp>
        <p:nvSpPr>
          <p:cNvPr id="1241363507" name=""/>
          <p:cNvSpPr/>
          <p:nvPr/>
        </p:nvSpPr>
        <p:spPr bwMode="auto">
          <a:xfrm rot="0" flipH="0" flipV="0">
            <a:off x="2333684" y="902067"/>
            <a:ext cx="6817894" cy="9775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602936" name=""/>
          <p:cNvSpPr txBox="1"/>
          <p:nvPr/>
        </p:nvSpPr>
        <p:spPr bwMode="auto">
          <a:xfrm rot="0" flipH="0" flipV="0">
            <a:off x="3185920" y="1070630"/>
            <a:ext cx="5390224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fr-FR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2. Matériel nécessaire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848594622" name=""/>
          <p:cNvSpPr txBox="1"/>
          <p:nvPr/>
        </p:nvSpPr>
        <p:spPr bwMode="auto">
          <a:xfrm rot="0" flipH="0" flipV="0">
            <a:off x="779605" y="2230855"/>
            <a:ext cx="10378316" cy="4480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614310" indent="-614310">
              <a:buFont typeface="Wingdings"/>
              <a:buChar char="Ø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Une imprimante (USB ou Wi-Fi)</a:t>
            </a:r>
            <a:endParaRPr sz="9000"/>
          </a:p>
          <a:p>
            <a:pPr marL="614310" indent="-614310">
              <a:buFont typeface="Wingdings"/>
              <a:buChar char="Ø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 ordinateur (serveur ou principal)</a:t>
            </a:r>
            <a:endParaRPr sz="9000"/>
          </a:p>
          <a:p>
            <a:pPr marL="614310" indent="-614310">
              <a:buFont typeface="Wingdings"/>
              <a:buChar char="Ø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Plusieurs ordinateurs clients</a:t>
            </a:r>
            <a:endParaRPr sz="9000"/>
          </a:p>
          <a:p>
            <a:pPr marL="614310" indent="-614310">
              <a:buFont typeface="Wingdings"/>
              <a:buChar char="Ø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Un routeur ou switch</a:t>
            </a:r>
            <a:endParaRPr sz="9000"/>
          </a:p>
          <a:p>
            <a:pPr marL="614310" indent="-614310">
              <a:buFont typeface="Wingdings"/>
              <a:buChar char="Ø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Câbles réseau (RJ45) ou Wi-Fi</a:t>
            </a:r>
            <a:endParaRPr sz="9000"/>
          </a:p>
          <a:p>
            <a:pPr marL="614310" indent="-614310">
              <a:buFont typeface="Wingdings"/>
              <a:buChar char="Ø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Pilotes de l’imprimante</a:t>
            </a:r>
            <a:endParaRPr sz="9000"/>
          </a:p>
        </p:txBody>
      </p:sp>
      <p:sp>
        <p:nvSpPr>
          <p:cNvPr id="1307310634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48FE1AE-8575-71CE-4A7C-5F9B9CBFF659}" type="slidenum">
              <a:rPr lang="fr-FR"/>
              <a:t/>
            </a:fld>
            <a:endParaRPr/>
          </a:p>
        </p:txBody>
      </p:sp>
      <p:sp>
        <p:nvSpPr>
          <p:cNvPr id="204578612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3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41363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41363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413635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4136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59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48594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48594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485946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84859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720902" name=""/>
          <p:cNvSpPr/>
          <p:nvPr/>
        </p:nvSpPr>
        <p:spPr bwMode="auto">
          <a:xfrm rot="0" flipH="0" flipV="0">
            <a:off x="2565" y="-25065"/>
            <a:ext cx="12181973" cy="42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4338888" name=""/>
          <p:cNvSpPr txBox="1"/>
          <p:nvPr/>
        </p:nvSpPr>
        <p:spPr bwMode="auto">
          <a:xfrm rot="0" flipH="0" flipV="0">
            <a:off x="706494" y="1131590"/>
            <a:ext cx="1123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Thème : Installation et configuration d’une imprimante en réseau</a:t>
            </a:r>
            <a:endParaRPr sz="7200" i="0">
              <a:solidFill>
                <a:schemeClr val="bg1"/>
              </a:solidFill>
            </a:endParaRPr>
          </a:p>
        </p:txBody>
      </p:sp>
      <p:sp>
        <p:nvSpPr>
          <p:cNvPr id="1677625215" name=""/>
          <p:cNvSpPr/>
          <p:nvPr/>
        </p:nvSpPr>
        <p:spPr bwMode="auto">
          <a:xfrm rot="0" flipH="0" flipV="0">
            <a:off x="2258486" y="1131590"/>
            <a:ext cx="6817894" cy="9775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45291255" name=""/>
          <p:cNvSpPr txBox="1"/>
          <p:nvPr/>
        </p:nvSpPr>
        <p:spPr bwMode="auto">
          <a:xfrm rot="0" flipH="0" flipV="0">
            <a:off x="2433947" y="1240455"/>
            <a:ext cx="6518905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3. Types d’imprimantes en réseau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1973703037" name=""/>
          <p:cNvSpPr txBox="1"/>
          <p:nvPr/>
        </p:nvSpPr>
        <p:spPr bwMode="auto">
          <a:xfrm rot="0" flipH="0" flipV="0">
            <a:off x="403618" y="2707104"/>
            <a:ext cx="10832380" cy="3017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614310" indent="-614310">
              <a:buFont typeface="Wingdings"/>
              <a:buChar char="ü"/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Imprimante locale partagée</a:t>
            </a:r>
            <a:endParaRPr sz="9000"/>
          </a:p>
          <a:p>
            <a:pPr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Connectée à un PC puis partagée</a:t>
            </a:r>
            <a:endParaRPr sz="9000"/>
          </a:p>
          <a:p>
            <a:pPr marL="614310" indent="-614310">
              <a:buFont typeface="Wingdings"/>
              <a:buChar char="ü"/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Imprimante réseau (Wi-Fi / Ethernet)</a:t>
            </a:r>
            <a:endParaRPr sz="9000"/>
          </a:p>
          <a:p>
            <a:pPr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Connectée directement au réseau</a:t>
            </a:r>
            <a:endParaRPr sz="9000"/>
          </a:p>
        </p:txBody>
      </p:sp>
      <p:sp>
        <p:nvSpPr>
          <p:cNvPr id="168658688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F2C3B5E-3728-9D89-0100-A2C55E69E9F6}" type="slidenum">
              <a:rPr lang="fr-FR"/>
              <a:t/>
            </a:fld>
            <a:endParaRPr/>
          </a:p>
        </p:txBody>
      </p:sp>
      <p:sp>
        <p:nvSpPr>
          <p:cNvPr id="190995970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62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77625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77625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776252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77625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370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73703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73703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9737030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197370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559512" name=""/>
          <p:cNvSpPr/>
          <p:nvPr/>
        </p:nvSpPr>
        <p:spPr bwMode="auto">
          <a:xfrm rot="0" flipH="0" flipV="0">
            <a:off x="2565" y="-25065"/>
            <a:ext cx="12181973" cy="42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6549598" name=""/>
          <p:cNvSpPr txBox="1"/>
          <p:nvPr/>
        </p:nvSpPr>
        <p:spPr bwMode="auto">
          <a:xfrm rot="0" flipH="0" flipV="0">
            <a:off x="706494" y="1131590"/>
            <a:ext cx="1123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Thème : Installation et configuration d’une imprimante en réseau</a:t>
            </a:r>
            <a:endParaRPr sz="7200" i="0">
              <a:solidFill>
                <a:schemeClr val="bg1"/>
              </a:solidFill>
            </a:endParaRPr>
          </a:p>
        </p:txBody>
      </p:sp>
      <p:sp>
        <p:nvSpPr>
          <p:cNvPr id="944282190" name=""/>
          <p:cNvSpPr/>
          <p:nvPr/>
        </p:nvSpPr>
        <p:spPr bwMode="auto">
          <a:xfrm rot="0" flipH="0" flipV="0">
            <a:off x="2358749" y="956129"/>
            <a:ext cx="6817894" cy="9775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4973963" name=""/>
          <p:cNvSpPr txBox="1"/>
          <p:nvPr/>
        </p:nvSpPr>
        <p:spPr bwMode="auto">
          <a:xfrm rot="0" flipH="0" flipV="0">
            <a:off x="2836007" y="1124692"/>
            <a:ext cx="6519985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4. Étapes d’installation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1692839137" name=""/>
          <p:cNvSpPr txBox="1"/>
          <p:nvPr/>
        </p:nvSpPr>
        <p:spPr bwMode="auto">
          <a:xfrm rot="0" flipH="0" flipV="0">
            <a:off x="706494" y="1933695"/>
            <a:ext cx="10480739" cy="48466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Cas 1 : Imprimante connectée à un PC (partage)</a:t>
            </a:r>
            <a:endParaRPr sz="8000"/>
          </a:p>
          <a:p>
            <a:pPr>
              <a:defRPr/>
            </a:pPr>
            <a:r>
              <a:rPr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Sur le PC principal :</a:t>
            </a:r>
            <a:endParaRPr sz="8000"/>
          </a:p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Installer l’imprimante</a:t>
            </a:r>
            <a:endParaRPr sz="8000"/>
          </a:p>
          <a:p>
            <a:pPr marL="482137" indent="-482137">
              <a:buFont typeface="Arial"/>
              <a:buChar char="•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Aller dans </a:t>
            </a:r>
            <a:r>
              <a:rPr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Panneau de configuration</a:t>
            </a:r>
            <a:endParaRPr sz="8000"/>
          </a:p>
          <a:p>
            <a:pPr marL="482137" indent="-482137">
              <a:buFont typeface="Arial"/>
              <a:buChar char="•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Cliquer sur </a:t>
            </a:r>
            <a:r>
              <a:rPr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Périphériques et imprimantes</a:t>
            </a:r>
            <a:endParaRPr sz="8000"/>
          </a:p>
          <a:p>
            <a:pPr marL="482137" indent="-482137">
              <a:buFont typeface="Arial"/>
              <a:buChar char="•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Clic droit → </a:t>
            </a:r>
            <a:r>
              <a:rPr sz="36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Propriétés de l’imprimante</a:t>
            </a:r>
            <a:endParaRPr sz="8000"/>
          </a:p>
          <a:p>
            <a:pPr marL="482137" indent="-482137">
              <a:buFont typeface="Arial"/>
              <a:buChar char="•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Activer </a:t>
            </a:r>
            <a:r>
              <a:rPr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Partager cette imprimante</a:t>
            </a:r>
            <a:endParaRPr sz="8000"/>
          </a:p>
        </p:txBody>
      </p:sp>
      <p:sp>
        <p:nvSpPr>
          <p:cNvPr id="97984935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45646E7-A9D0-3CC5-2DD1-93093BD3E39C}" type="slidenum">
              <a:rPr lang="fr-FR"/>
              <a:t/>
            </a:fld>
            <a:endParaRPr/>
          </a:p>
        </p:txBody>
      </p:sp>
      <p:sp>
        <p:nvSpPr>
          <p:cNvPr id="76186950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28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44282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44282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442821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44282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839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92839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92839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928391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1692839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397165" name=""/>
          <p:cNvSpPr/>
          <p:nvPr/>
        </p:nvSpPr>
        <p:spPr bwMode="auto">
          <a:xfrm rot="0" flipH="0" flipV="0">
            <a:off x="2565" y="-25065"/>
            <a:ext cx="12181973" cy="42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2731554" name=""/>
          <p:cNvSpPr txBox="1"/>
          <p:nvPr/>
        </p:nvSpPr>
        <p:spPr bwMode="auto">
          <a:xfrm rot="0" flipH="0" flipV="0">
            <a:off x="706494" y="1131590"/>
            <a:ext cx="1123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Thème : Installation et configuration d’une imprimante en réseau</a:t>
            </a:r>
            <a:endParaRPr sz="7200" i="0">
              <a:solidFill>
                <a:schemeClr val="bg1"/>
              </a:solidFill>
            </a:endParaRPr>
          </a:p>
        </p:txBody>
      </p:sp>
      <p:sp>
        <p:nvSpPr>
          <p:cNvPr id="8141614" name=""/>
          <p:cNvSpPr txBox="1"/>
          <p:nvPr/>
        </p:nvSpPr>
        <p:spPr bwMode="auto">
          <a:xfrm rot="0" flipH="0" flipV="0">
            <a:off x="2836007" y="1124692"/>
            <a:ext cx="6519985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4. Étapes d’installation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053419051" name=""/>
          <p:cNvSpPr txBox="1"/>
          <p:nvPr/>
        </p:nvSpPr>
        <p:spPr bwMode="auto">
          <a:xfrm rot="0" flipH="0" flipV="0">
            <a:off x="706494" y="1933695"/>
            <a:ext cx="1048109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9020390" name=""/>
          <p:cNvSpPr txBox="1"/>
          <p:nvPr/>
        </p:nvSpPr>
        <p:spPr bwMode="auto">
          <a:xfrm rot="0" flipH="0" flipV="0">
            <a:off x="2158223" y="1933695"/>
            <a:ext cx="8172527" cy="3017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Sur les autres PC :</a:t>
            </a:r>
            <a:endParaRPr sz="9000"/>
          </a:p>
          <a:p>
            <a:pPr marL="614310" indent="-614310">
              <a:buFont typeface="Arial"/>
              <a:buChar char="•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Aller dans </a:t>
            </a:r>
            <a:r>
              <a:rPr sz="48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Réseau</a:t>
            </a:r>
            <a:endParaRPr sz="9000"/>
          </a:p>
          <a:p>
            <a:pPr marL="614310" indent="-614310">
              <a:buFont typeface="Arial"/>
              <a:buChar char="•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Trouver le PC principal</a:t>
            </a:r>
            <a:endParaRPr sz="9000"/>
          </a:p>
          <a:p>
            <a:pPr marL="614310" indent="-614310">
              <a:buFont typeface="Arial"/>
              <a:buChar char="•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Ajouter l’imprimante</a:t>
            </a:r>
            <a:endParaRPr sz="9000"/>
          </a:p>
        </p:txBody>
      </p:sp>
      <p:sp>
        <p:nvSpPr>
          <p:cNvPr id="188876248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1B748C7-2144-66B0-0EFF-F994E0093781}" type="slidenum">
              <a:rPr lang="fr-FR"/>
              <a:t/>
            </a:fld>
            <a:endParaRPr/>
          </a:p>
        </p:txBody>
      </p:sp>
      <p:sp>
        <p:nvSpPr>
          <p:cNvPr id="167231593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2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9020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9020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90203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11902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3724665" name=""/>
          <p:cNvSpPr/>
          <p:nvPr/>
        </p:nvSpPr>
        <p:spPr bwMode="auto">
          <a:xfrm rot="0" flipH="0" flipV="0">
            <a:off x="2565" y="-25065"/>
            <a:ext cx="12181973" cy="42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1147159" name=""/>
          <p:cNvSpPr txBox="1"/>
          <p:nvPr/>
        </p:nvSpPr>
        <p:spPr bwMode="auto">
          <a:xfrm rot="0" flipH="0" flipV="0">
            <a:off x="706494" y="1131590"/>
            <a:ext cx="1123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Thème : Installation et configuration d’une imprimante en réseau</a:t>
            </a:r>
            <a:endParaRPr sz="7200" i="0">
              <a:solidFill>
                <a:schemeClr val="bg1"/>
              </a:solidFill>
            </a:endParaRPr>
          </a:p>
        </p:txBody>
      </p:sp>
      <p:sp>
        <p:nvSpPr>
          <p:cNvPr id="1015444407" name=""/>
          <p:cNvSpPr txBox="1"/>
          <p:nvPr/>
        </p:nvSpPr>
        <p:spPr bwMode="auto">
          <a:xfrm rot="0" flipH="0" flipV="0">
            <a:off x="2836007" y="1124692"/>
            <a:ext cx="6519985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4. Étapes d’installation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83333525" name=""/>
          <p:cNvSpPr txBox="1"/>
          <p:nvPr/>
        </p:nvSpPr>
        <p:spPr bwMode="auto">
          <a:xfrm rot="0" flipH="0" flipV="0">
            <a:off x="706494" y="1933695"/>
            <a:ext cx="1048109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82868480" name=""/>
          <p:cNvSpPr txBox="1"/>
          <p:nvPr/>
        </p:nvSpPr>
        <p:spPr bwMode="auto">
          <a:xfrm rot="0" flipH="0" flipV="0">
            <a:off x="932087" y="1303421"/>
            <a:ext cx="10256227" cy="411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Cas 2 : Imprimante réseau (Wi-Fi)</a:t>
            </a:r>
            <a:endParaRPr sz="8000"/>
          </a:p>
          <a:p>
            <a:pPr marL="482137" indent="-482137">
              <a:buAutoNum type="arabicPeriod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Connecter l’imprimante au Wi-Fi</a:t>
            </a:r>
            <a:endParaRPr sz="8000"/>
          </a:p>
          <a:p>
            <a:pPr marL="482137" indent="-482137">
              <a:buAutoNum type="arabicPeriod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Trouver son adresse IP</a:t>
            </a:r>
            <a:endParaRPr sz="8000"/>
          </a:p>
          <a:p>
            <a:pPr marL="482137" indent="-482137">
              <a:buAutoNum type="arabicPeriod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Sur les PC : </a:t>
            </a:r>
            <a:endParaRPr sz="8000"/>
          </a:p>
          <a:p>
            <a:pPr marL="482137" indent="-482137">
              <a:buFont typeface="Arial"/>
              <a:buChar char="•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Ajouter une imprimante</a:t>
            </a:r>
            <a:endParaRPr sz="8000"/>
          </a:p>
          <a:p>
            <a:pPr marL="482137" indent="-482137">
              <a:buFont typeface="Arial"/>
              <a:buChar char="•"/>
              <a:defRPr/>
            </a:pPr>
            <a:r>
              <a:rPr sz="3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Entrer l’adresse IP</a:t>
            </a:r>
            <a:endParaRPr sz="8000"/>
          </a:p>
          <a:p>
            <a:pPr marL="482137" marR="0" indent="-482137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 startAt="4"/>
              <a:defRPr/>
            </a:pPr>
            <a:r>
              <a:rPr sz="36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Installer les pilotes</a:t>
            </a:r>
            <a:endParaRPr sz="8000" strike="noStrike" cap="none" spc="0"/>
          </a:p>
        </p:txBody>
      </p:sp>
      <p:sp>
        <p:nvSpPr>
          <p:cNvPr id="177072842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860F1FF-771C-0E9C-6933-91518C3B20CB}" type="slidenum">
              <a:rPr lang="fr-FR"/>
              <a:t/>
            </a:fld>
            <a:endParaRPr/>
          </a:p>
        </p:txBody>
      </p:sp>
      <p:sp>
        <p:nvSpPr>
          <p:cNvPr id="84348959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86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82868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82868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828684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188286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560175" name=""/>
          <p:cNvSpPr/>
          <p:nvPr/>
        </p:nvSpPr>
        <p:spPr bwMode="auto">
          <a:xfrm rot="0" flipH="0" flipV="0">
            <a:off x="2565" y="-25065"/>
            <a:ext cx="12181973" cy="42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8395095" name=""/>
          <p:cNvSpPr txBox="1"/>
          <p:nvPr/>
        </p:nvSpPr>
        <p:spPr bwMode="auto">
          <a:xfrm rot="0" flipH="0" flipV="0">
            <a:off x="706494" y="1131590"/>
            <a:ext cx="1123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Thème : Installation et configuration d’une imprimante en réseau</a:t>
            </a:r>
            <a:endParaRPr sz="7200" i="0">
              <a:solidFill>
                <a:schemeClr val="bg1"/>
              </a:solidFill>
            </a:endParaRPr>
          </a:p>
        </p:txBody>
      </p:sp>
      <p:sp>
        <p:nvSpPr>
          <p:cNvPr id="1170229522" name=""/>
          <p:cNvSpPr/>
          <p:nvPr/>
        </p:nvSpPr>
        <p:spPr bwMode="auto">
          <a:xfrm rot="0" flipH="0" flipV="0">
            <a:off x="2433947" y="1131590"/>
            <a:ext cx="6817894" cy="9775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92959084" name=""/>
          <p:cNvSpPr txBox="1"/>
          <p:nvPr/>
        </p:nvSpPr>
        <p:spPr bwMode="auto">
          <a:xfrm rot="0" flipH="0" flipV="0">
            <a:off x="4200725" y="1240455"/>
            <a:ext cx="3785654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5. Avantages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60698369" name=""/>
          <p:cNvSpPr txBox="1"/>
          <p:nvPr/>
        </p:nvSpPr>
        <p:spPr bwMode="auto">
          <a:xfrm rot="0" flipH="0" flipV="0">
            <a:off x="879868" y="2656973"/>
            <a:ext cx="7395487" cy="3017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614310" indent="-614310">
              <a:buFont typeface="Wingdings"/>
              <a:buChar char="Ø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Partage facile</a:t>
            </a:r>
            <a:endParaRPr sz="9000"/>
          </a:p>
          <a:p>
            <a:pPr marL="614310" indent="-614310">
              <a:buFont typeface="Wingdings"/>
              <a:buChar char="Ø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Réduction des coûts</a:t>
            </a:r>
            <a:endParaRPr sz="9000"/>
          </a:p>
          <a:p>
            <a:pPr marL="614310" indent="-614310">
              <a:buFont typeface="Wingdings"/>
              <a:buChar char="Ø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Gain de temps</a:t>
            </a:r>
            <a:endParaRPr sz="9000"/>
          </a:p>
          <a:p>
            <a:pPr marL="614310" indent="-614310">
              <a:buFont typeface="Wingdings"/>
              <a:buChar char="Ø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Centralisation</a:t>
            </a:r>
            <a:endParaRPr sz="9000"/>
          </a:p>
        </p:txBody>
      </p:sp>
      <p:sp>
        <p:nvSpPr>
          <p:cNvPr id="49792844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9841674-ED7F-196F-20EE-EC7C37D9CDB7}" type="slidenum">
              <a:rPr lang="fr-FR"/>
              <a:t/>
            </a:fld>
            <a:endParaRPr/>
          </a:p>
        </p:txBody>
      </p:sp>
      <p:sp>
        <p:nvSpPr>
          <p:cNvPr id="117784192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22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70229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70229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702295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7022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9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0698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698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06983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6069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038576" name=""/>
          <p:cNvSpPr/>
          <p:nvPr/>
        </p:nvSpPr>
        <p:spPr bwMode="auto">
          <a:xfrm rot="0" flipH="0" flipV="0">
            <a:off x="2565" y="-25065"/>
            <a:ext cx="12181973" cy="42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8710745" name=""/>
          <p:cNvSpPr txBox="1"/>
          <p:nvPr/>
        </p:nvSpPr>
        <p:spPr bwMode="auto">
          <a:xfrm rot="0" flipH="0" flipV="0">
            <a:off x="706494" y="1131590"/>
            <a:ext cx="1123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Thème : Installation et configuration d’une imprimante en réseau</a:t>
            </a:r>
            <a:endParaRPr sz="7200" i="0">
              <a:solidFill>
                <a:schemeClr val="bg1"/>
              </a:solidFill>
            </a:endParaRPr>
          </a:p>
        </p:txBody>
      </p:sp>
      <p:sp>
        <p:nvSpPr>
          <p:cNvPr id="1314746522" name=""/>
          <p:cNvSpPr/>
          <p:nvPr/>
        </p:nvSpPr>
        <p:spPr bwMode="auto">
          <a:xfrm rot="0" flipH="0" flipV="0">
            <a:off x="2433947" y="1131590"/>
            <a:ext cx="6817894" cy="9775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0588492" name=""/>
          <p:cNvSpPr txBox="1"/>
          <p:nvPr/>
        </p:nvSpPr>
        <p:spPr bwMode="auto">
          <a:xfrm rot="0" flipH="0" flipV="0">
            <a:off x="4200725" y="1240455"/>
            <a:ext cx="3790694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6. Inconvénients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499220143" name=""/>
          <p:cNvSpPr txBox="1"/>
          <p:nvPr/>
        </p:nvSpPr>
        <p:spPr bwMode="auto">
          <a:xfrm rot="0" flipH="0" flipV="0">
            <a:off x="929999" y="2782302"/>
            <a:ext cx="8523448" cy="3017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614310" indent="-614310">
              <a:buFont typeface="Wingdings"/>
              <a:buChar char="Ø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Dépend du réseau</a:t>
            </a:r>
            <a:endParaRPr sz="9000"/>
          </a:p>
          <a:p>
            <a:pPr marL="614310" indent="-614310">
              <a:buFont typeface="Wingdings"/>
              <a:buChar char="Ø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Problèmes possibles de connexion</a:t>
            </a:r>
            <a:endParaRPr sz="9000"/>
          </a:p>
          <a:p>
            <a:pPr marL="614310" indent="-614310">
              <a:buFont typeface="Wingdings"/>
              <a:buChar char="Ø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Nécessite une configuration</a:t>
            </a:r>
            <a:endParaRPr sz="9000"/>
          </a:p>
        </p:txBody>
      </p:sp>
      <p:sp>
        <p:nvSpPr>
          <p:cNvPr id="177016054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B778FC0-E6B8-12A6-27BE-BE064A74DD87}" type="slidenum">
              <a:rPr lang="fr-FR"/>
              <a:t/>
            </a:fld>
            <a:endParaRPr/>
          </a:p>
        </p:txBody>
      </p:sp>
      <p:sp>
        <p:nvSpPr>
          <p:cNvPr id="308967420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74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14746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14746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147465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14746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20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9220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9220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992201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499220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44007" name=""/>
          <p:cNvSpPr/>
          <p:nvPr/>
        </p:nvSpPr>
        <p:spPr bwMode="auto">
          <a:xfrm rot="0" flipH="0" flipV="0">
            <a:off x="2565" y="-25065"/>
            <a:ext cx="12181973" cy="42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89611335" name=""/>
          <p:cNvSpPr txBox="1"/>
          <p:nvPr/>
        </p:nvSpPr>
        <p:spPr bwMode="auto">
          <a:xfrm rot="0" flipH="0" flipV="0">
            <a:off x="706494" y="1131590"/>
            <a:ext cx="1123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Thème : Installation et configuration d’une imprimante en réseau</a:t>
            </a:r>
            <a:endParaRPr sz="7200" i="0">
              <a:solidFill>
                <a:schemeClr val="bg1"/>
              </a:solidFill>
            </a:endParaRPr>
          </a:p>
        </p:txBody>
      </p:sp>
      <p:sp>
        <p:nvSpPr>
          <p:cNvPr id="1811531622" name=""/>
          <p:cNvSpPr/>
          <p:nvPr/>
        </p:nvSpPr>
        <p:spPr bwMode="auto">
          <a:xfrm rot="0" flipH="0" flipV="0">
            <a:off x="2433947" y="1131590"/>
            <a:ext cx="6817894" cy="9775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9682712" name=""/>
          <p:cNvSpPr txBox="1"/>
          <p:nvPr/>
        </p:nvSpPr>
        <p:spPr bwMode="auto">
          <a:xfrm rot="0" flipH="0" flipV="0">
            <a:off x="4200725" y="1240455"/>
            <a:ext cx="3791774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7. Sécurité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506812557" name=""/>
          <p:cNvSpPr txBox="1"/>
          <p:nvPr/>
        </p:nvSpPr>
        <p:spPr bwMode="auto">
          <a:xfrm rot="0" flipH="0" flipV="0">
            <a:off x="706494" y="2857499"/>
            <a:ext cx="8999698" cy="2286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614310" indent="-614310">
              <a:buFont typeface="Wingdings"/>
              <a:buChar char="Ø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Protéger l’accès (mot de passe)</a:t>
            </a:r>
            <a:endParaRPr sz="9000"/>
          </a:p>
          <a:p>
            <a:pPr marL="614310" indent="-614310">
              <a:buFont typeface="Wingdings"/>
              <a:buChar char="Ø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Limiter les utilisateurs</a:t>
            </a:r>
            <a:endParaRPr sz="9000"/>
          </a:p>
          <a:p>
            <a:pPr marL="614310" indent="-614310">
              <a:buFont typeface="Wingdings"/>
              <a:buChar char="Ø"/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Surveiller les impressions</a:t>
            </a:r>
            <a:endParaRPr sz="9000"/>
          </a:p>
        </p:txBody>
      </p:sp>
      <p:sp>
        <p:nvSpPr>
          <p:cNvPr id="22408358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D875260-165C-37C4-B918-8F86D5479ABD}" type="slidenum">
              <a:rPr lang="fr-FR"/>
              <a:t/>
            </a:fld>
            <a:endParaRPr/>
          </a:p>
        </p:txBody>
      </p:sp>
      <p:sp>
        <p:nvSpPr>
          <p:cNvPr id="64197176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53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11531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11531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115316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1153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1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06812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06812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068125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50681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002972" name=""/>
          <p:cNvSpPr/>
          <p:nvPr/>
        </p:nvSpPr>
        <p:spPr bwMode="auto">
          <a:xfrm rot="0" flipH="0" flipV="0">
            <a:off x="2565" y="-25065"/>
            <a:ext cx="12181973" cy="42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96953074" name=""/>
          <p:cNvSpPr txBox="1"/>
          <p:nvPr/>
        </p:nvSpPr>
        <p:spPr bwMode="auto">
          <a:xfrm rot="0" flipH="0" flipV="0">
            <a:off x="706494" y="1131590"/>
            <a:ext cx="1123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Thème : Installation et configuration d’une imprimante en réseau</a:t>
            </a:r>
            <a:endParaRPr sz="7200" i="0">
              <a:solidFill>
                <a:schemeClr val="bg1"/>
              </a:solidFill>
            </a:endParaRPr>
          </a:p>
        </p:txBody>
      </p:sp>
      <p:sp>
        <p:nvSpPr>
          <p:cNvPr id="2003447039" name=""/>
          <p:cNvSpPr/>
          <p:nvPr/>
        </p:nvSpPr>
        <p:spPr bwMode="auto">
          <a:xfrm rot="0" flipH="0" flipV="0">
            <a:off x="2433947" y="1131590"/>
            <a:ext cx="6817894" cy="97756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8812725" name=""/>
          <p:cNvSpPr txBox="1"/>
          <p:nvPr/>
        </p:nvSpPr>
        <p:spPr bwMode="auto">
          <a:xfrm rot="0" flipH="0" flipV="0">
            <a:off x="4200725" y="1240455"/>
            <a:ext cx="3793214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Conclusion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932682962" name=""/>
          <p:cNvSpPr txBox="1"/>
          <p:nvPr/>
        </p:nvSpPr>
        <p:spPr bwMode="auto">
          <a:xfrm rot="0" flipH="0" flipV="0">
            <a:off x="271482" y="2431381"/>
            <a:ext cx="11644139" cy="3017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 mise en réseau d’une imprimante est une solution efficace pour les écoles et entreprises.</a:t>
            </a:r>
            <a:b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4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Elle permet de faciliter le travail collaboratif et d’optimiser les ressources.</a:t>
            </a:r>
            <a:endParaRPr sz="9000"/>
          </a:p>
        </p:txBody>
      </p:sp>
      <p:sp>
        <p:nvSpPr>
          <p:cNvPr id="177155966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6C61B55-9D89-935A-9D0D-C78CCC956EBC}" type="slidenum">
              <a:rPr lang="fr-FR"/>
              <a:t/>
            </a:fld>
            <a:endParaRPr/>
          </a:p>
        </p:txBody>
      </p:sp>
      <p:sp>
        <p:nvSpPr>
          <p:cNvPr id="206430529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push dir="r"/>
      </p:transition>
    </mc:Choice>
    <mc:Fallback>
      <p:transition spd="fast" advClick="1">
        <p:push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344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03447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03447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034470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03447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68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32682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32682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326829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93268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957750" name=""/>
          <p:cNvSpPr/>
          <p:nvPr/>
        </p:nvSpPr>
        <p:spPr bwMode="auto">
          <a:xfrm rot="0" flipH="0" flipV="0">
            <a:off x="2565" y="-25065"/>
            <a:ext cx="12181973" cy="4261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3403284" name=""/>
          <p:cNvSpPr txBox="1"/>
          <p:nvPr/>
        </p:nvSpPr>
        <p:spPr bwMode="auto">
          <a:xfrm rot="0" flipH="0" flipV="0">
            <a:off x="706494" y="1131590"/>
            <a:ext cx="1123127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Thème : Installation et configuration d’une imprimante en réseau</a:t>
            </a:r>
            <a:endParaRPr sz="7200" i="0">
              <a:solidFill>
                <a:schemeClr val="bg1"/>
              </a:solidFill>
            </a:endParaRPr>
          </a:p>
        </p:txBody>
      </p:sp>
      <p:sp>
        <p:nvSpPr>
          <p:cNvPr id="2049646291" name=""/>
          <p:cNvSpPr txBox="1"/>
          <p:nvPr/>
        </p:nvSpPr>
        <p:spPr bwMode="auto">
          <a:xfrm rot="0" flipH="0" flipV="0">
            <a:off x="4200725" y="1240455"/>
            <a:ext cx="3793214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36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Conclusion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1424059290" name=""/>
          <p:cNvSpPr/>
          <p:nvPr/>
        </p:nvSpPr>
        <p:spPr bwMode="auto">
          <a:xfrm rot="0" flipH="0" flipV="0">
            <a:off x="6346" y="6418847"/>
            <a:ext cx="12181972" cy="4261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972511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38364E7-C907-41CD-FB5E-D61694C4E559}" type="slidenum">
              <a:rPr lang="fr-FR"/>
              <a:t/>
            </a:fld>
            <a:endParaRPr/>
          </a:p>
        </p:txBody>
      </p:sp>
      <p:sp>
        <p:nvSpPr>
          <p:cNvPr id="98888925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26/04/2026</a:t>
            </a:r>
            <a:endParaRPr/>
          </a:p>
        </p:txBody>
      </p:sp>
      <p:pic>
        <p:nvPicPr>
          <p:cNvPr id="156504800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401052"/>
            <a:ext cx="12191999" cy="64569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15650480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2012-12-03T06:56:55Z</dcterms:created>
  <dcterms:modified xsi:type="dcterms:W3CDTF">2026-04-26T14:44:52Z</dcterms:modified>
</cp:coreProperties>
</file>