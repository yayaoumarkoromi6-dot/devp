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 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MikroTik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20116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pratique — connexion, LAN, DHCP &amp; NAT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du Réseau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459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1280160" cy="0"/>
          </a:xfrm>
          <a:prstGeom prst="line">
            <a:avLst/>
          </a:prstGeom>
          <a:noFill/>
          <a:ln w="25400">
            <a:solidFill>
              <a:srgbClr val="0F2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0F2027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MikroTik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: DHCP (ether1)
</a:t>
            </a:r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: 192.168.1.1 (ether2)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1920240"/>
            <a:ext cx="1188720" cy="0"/>
          </a:xfrm>
          <a:prstGeom prst="line">
            <a:avLst/>
          </a:prstGeom>
          <a:noFill/>
          <a:ln w="25400">
            <a:solidFill>
              <a:srgbClr val="0F20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6459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164592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3716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0" cy="640080"/>
          </a:xfrm>
          <a:prstGeom prst="line">
            <a:avLst/>
          </a:prstGeom>
          <a:noFill/>
          <a:ln w="19050">
            <a:solidFill>
              <a:srgbClr val="0F20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3108960"/>
            <a:ext cx="1645920" cy="731520"/>
          </a:xfrm>
          <a:prstGeom prst="rect">
            <a:avLst/>
          </a:prstGeom>
          <a:solidFill>
            <a:srgbClr val="CFE8F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1089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/ Appareils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926080"/>
            <a:ext cx="25603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(masquerade) activé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ether1 = port vers Internet   |   ether2 = port vers réseau local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de Configuration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05840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au routeur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Winbox ou 192.168.88.1 — login: admin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114800" cy="1005840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945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WAN (ether1)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DHCP-client ou IP fixe fournie par ISP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4114800" cy="1005840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83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LAN (ether2)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fixe : 192.168.1.1/24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05840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0584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0584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DHCP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192.168.1.100-200, gateway &amp; DNS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4114800" cy="1005840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19456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9456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/ Masquerade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651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connexion Internet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383280"/>
            <a:ext cx="4114800" cy="1005840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383280"/>
            <a:ext cx="50292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83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840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: 8.8.8.8 et 1.1.1.1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MikroTik (RouterOS)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— DHCP client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960120"/>
            <a:ext cx="658368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9601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/ip dhcp-client add interface=ether1 disabled=no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08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— IP fixe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508760"/>
            <a:ext cx="658368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50876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/ip address add address=192.168.1.1/24 interface=ether2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57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DHCP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057400"/>
            <a:ext cx="658368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20574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/ip pool add name=dhcp-pool ranges=192.168.1.100-192.168.1.200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060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0" y="2606040"/>
            <a:ext cx="658368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260604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/ip dhcp-server add name=dhcp1 interface=ether2 address-pool=dhcp-pool disabled=no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546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DHCP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3154680"/>
            <a:ext cx="658368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315468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/ip dhcp-server network add address=192.168.1.0/24 gateway=192.168.1.1 dns-server=8.8.8.8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7033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Masquerade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3703320"/>
            <a:ext cx="658368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370332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/ip firewall nat add chain=srcnat out-interface=ether1 action=masquerade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251960"/>
            <a:ext cx="201168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519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0" y="4251960"/>
            <a:ext cx="658368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E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425196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/ip dns set servers=8.8.8.8,1.1.1.1 allow-remote-requests=yes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&amp; Tests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PING à effectuer depuis un PC du réseau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713232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743200" cy="713232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192.168.1.1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60020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 LAN accessible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411480" cy="41148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0" y="1737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713232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468880"/>
            <a:ext cx="2743200" cy="713232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688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8.8.8.8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246888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accessible (IP)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411480" cy="41148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8412480" cy="713232"/>
          </a:xfrm>
          <a:prstGeom prst="rect">
            <a:avLst/>
          </a:prstGeom>
          <a:solidFill>
            <a:srgbClr val="132030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337560"/>
            <a:ext cx="2743200" cy="713232"/>
          </a:xfrm>
          <a:prstGeom prst="rect">
            <a:avLst/>
          </a:prstGeom>
          <a:solidFill>
            <a:srgbClr val="1A304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3756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google.com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33375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fonctionne correctement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3474720"/>
            <a:ext cx="411480" cy="411480"/>
          </a:xfrm>
          <a:prstGeom prst="ellipse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tous les pings répondent → la configuration est complète et fonctionnelle 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F2027">
              <a:alpha val="30000"/>
            </a:srgbClr>
          </a:solidFill>
          <a:ln w="12700">
            <a:solidFill>
              <a:srgbClr val="0F202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F2027">
              <a:alpha val="25000"/>
            </a:srgbClr>
          </a:solidFill>
          <a:ln w="12700">
            <a:solidFill>
              <a:srgbClr val="0F2027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terminée !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routeur MikroTik est prêt à partager Internet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tous les appareils de votre réseau local.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 Étapes suivantes : Firewall · Hotspot · VPN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Configuration de Base MikroTik</dc:title>
  <dc:subject>PptxGenJS Presentation</dc:subject>
  <dc:creator>PptxGenJS</dc:creator>
  <cp:lastModifiedBy>PptxGenJS</cp:lastModifiedBy>
  <cp:revision>1</cp:revision>
  <dcterms:created xsi:type="dcterms:W3CDTF">2026-03-25T14:33:20Z</dcterms:created>
  <dcterms:modified xsi:type="dcterms:W3CDTF">2026-03-25T14:33:20Z</dcterms:modified>
</cp:coreProperties>
</file>